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SmartFile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Web-based tool for managing and converting mainframe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What is SmartFile Converter?</a:t>
            </a:r>
          </a:p>
          <a:p>
            <a:pPr>
              <a:spcAft>
                <a:spcPts val="0"/>
              </a:spcAft>
              <a:defRPr sz="1500">
                <a:solidFill>
                  <a:srgbClr val="FFFFFF"/>
                </a:solidFill>
              </a:defRPr>
            </a:pPr>
            <a:r>
              <a:t>A simple web application that helps users convert, rename, and modify mainframe data files. Users can access it through their web browser - no complex software installation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8229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spcAft>
                <a:spcPts val="1000"/>
              </a:spcAft>
              <a:defRPr sz="2400" b="1">
                <a:solidFill>
                  <a:srgbClr val="2563EB"/>
                </a:solidFill>
              </a:defRPr>
            </a:pPr>
            <a:r>
              <a:t>Key Features &amp; Buttons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📝 Rename .FF File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Changes the name of mainframe format files quickly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✏️ Modify .FF File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Updates or edits the content inside files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⚙️ Run Dowitcher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Converts files using the Dowitcher conversion tool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👁️ Display Output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Shows the results of file operations on screen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🔧 Run Roys Tool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Processes EBCDIC files using REXX conversion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🔢 Display with Hex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Shows file content in hexadecimal format for technical review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📄 Convert Records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Converts specific records from mainframe format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⌨️ Input with Hex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Allows entering data in hexadecimal format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📂 Update Paths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Configures file locations and directories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ConvertFlow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Complete workflow management system for data migration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What is ConvertFlow Studio?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 comprehensive web platform that manages entire data migration workflows. It automates file copying, conversion, and cloud upload processes - reducing manual work from hours to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8229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spcAft>
                <a:spcPts val="1000"/>
              </a:spcAft>
              <a:defRPr sz="2400" b="1">
                <a:solidFill>
                  <a:srgbClr val="2563EB"/>
                </a:solidFill>
              </a:defRPr>
            </a:pPr>
            <a:r>
              <a:t>Workflow Modules &amp; Functions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📁 Copy Bulk Files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Copies multiple files from source to destination in one operation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🔄 Run DataTurn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Executes data transformation and format conversion processes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📋 Create EXPFD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Generates export file definitions for data migration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🔁 Bulk Conversion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Converts large batches of files automatically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📂 Create Folder Structure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Sets up required directory structure for projects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📁 Open Project Folders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Quickly accesses project directories in file explorer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☁️ Copy to AWS S3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Uploads converted files to Amazon cloud storage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🗺️ FF File Mapping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Maps and validates file format definitions</a:t>
            </a:r>
          </a:p>
          <a:p>
            <a:pPr>
              <a:spcAft>
                <a:spcPts val="200"/>
              </a:spcAft>
              <a:defRPr sz="1500" b="1">
                <a:solidFill>
                  <a:srgbClr val="64B5F6"/>
                </a:solidFill>
              </a:defRPr>
            </a:pPr>
            <a:r>
              <a:t>⚙️ Scripts Configuration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Manages settings and file paths for all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