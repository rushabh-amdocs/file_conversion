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563EB"/>
                </a:solidFill>
              </a:defRPr>
            </a:pPr>
            <a:r>
              <a:t>SmartFile Converter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2E8F0"/>
                </a:solidFill>
              </a:defRPr>
            </a:pPr>
            <a:r>
              <a:t>Web-based tool for managing and converting mainframe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spcAft>
                <a:spcPts val="800"/>
              </a:spcAft>
              <a:defRPr sz="2200" b="1">
                <a:solidFill>
                  <a:srgbClr val="2563EB"/>
                </a:solidFill>
              </a:defRPr>
            </a:pPr>
            <a:r>
              <a:t>What is SmartFile Converter?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A simple web application that helps users convert, rename, and modify mainframe data files. Users can access it through their web browser - no complex software installation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8229600" cy="3383280"/>
          </a:xfrm>
          <a:prstGeom prst="rect">
            <a:avLst/>
          </a:prstGeom>
          <a:solidFill>
            <a:srgbClr val="1E293B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 rIns="228600"/>
          <a:lstStyle/>
          <a:p>
            <a:pPr algn="ctr">
              <a:spcAft>
                <a:spcPts val="1000"/>
              </a:spcAft>
              <a:defRPr sz="2400" b="1">
                <a:solidFill>
                  <a:srgbClr val="2563EB"/>
                </a:solidFill>
              </a:defRPr>
            </a:pPr>
            <a:r>
              <a:t>Key Features &amp; Buttons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📝 Rename .FF File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Changes the name of mainframe format files quickly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✏️ Modify .FF File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Updates or edits the content inside files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⚙️ Run Dowitcher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Converts files using the Dowitcher conversion tool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👁️ Display Output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Shows the results of file operations on screen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🔧 Run Roys Tool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Processes EBCDIC files using REXX conversion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🔢 Display with Hex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Shows file content in hexadecimal format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📄 Convert Records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Converts specific records from mainframe format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⌨️ Input with Hex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Allows entering data in hexadecimal format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📂 Update Paths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Configures file locations and directories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Powered by Astadia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563EB"/>
                </a:solidFill>
              </a:defRPr>
            </a:pPr>
            <a:r>
              <a:t>ConvertFlow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2E8F0"/>
                </a:solidFill>
              </a:defRPr>
            </a:pPr>
            <a:r>
              <a:t>Complete workflow management system for data migration projects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spcAft>
                <a:spcPts val="800"/>
              </a:spcAft>
              <a:defRPr sz="2200" b="1">
                <a:solidFill>
                  <a:srgbClr val="2563EB"/>
                </a:solidFill>
              </a:defRPr>
            </a:pPr>
            <a:r>
              <a:t>What is ConvertFlow Studio?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A comprehensive web platform that manages entire data migration workflows. It automates file copying, conversion, and cloud upload processes - reducing manual work from hours to minutes.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8229600" cy="3383280"/>
          </a:xfrm>
          <a:prstGeom prst="rect">
            <a:avLst/>
          </a:prstGeom>
          <a:solidFill>
            <a:srgbClr val="1E293B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 rIns="228600"/>
          <a:lstStyle/>
          <a:p>
            <a:pPr algn="ctr">
              <a:spcAft>
                <a:spcPts val="1000"/>
              </a:spcAft>
              <a:defRPr sz="2400" b="1">
                <a:solidFill>
                  <a:srgbClr val="2563EB"/>
                </a:solidFill>
              </a:defRPr>
            </a:pPr>
            <a:r>
              <a:t>Workflow Modules &amp; Functions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📁 Copy Bulk Files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Copies multiple files from source to destination in one operation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🔄 Run DataTurn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Executes data transformation and format conversion processes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📋 Create EXPFD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Generates export file definitions for data migration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🔁 Bulk Conversion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Converts large batches of files automatically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📂 Create Folder Structure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Sets up required directory structure for projects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📁 Open Project Folders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Quickly accesses project directories in file explorer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☁️ Copy to AWS S3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Uploads converted files to Amazon cloud storage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🗺️ FF File Mapping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Maps and validates file format definitions</a:t>
            </a:r>
          </a:p>
          <a:p>
            <a:pPr>
              <a:spcAft>
                <a:spcPts val="200"/>
              </a:spcAft>
              <a:defRPr sz="1400" b="1">
                <a:solidFill>
                  <a:srgbClr val="64B5F6"/>
                </a:solidFill>
              </a:defRPr>
            </a:pPr>
            <a:r>
              <a:t>⚙️ Scripts Configuration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   Manages settings and file paths for all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Powered by Astadia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563EB"/>
                </a:solidFill>
              </a:defRPr>
            </a:pPr>
            <a:r>
              <a:t>Key Advantages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2E8F0"/>
                </a:solidFill>
              </a:defRPr>
            </a:pPr>
            <a:r>
              <a:t>Why the new web-based approach is better than manual scripts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 rIns="274320"/>
          <a:lstStyle/>
          <a:p>
            <a:pPr algn="ctr">
              <a:spcAft>
                <a:spcPts val="1500"/>
              </a:spcAft>
              <a:defRPr sz="2800" b="1">
                <a:solidFill>
                  <a:srgbClr val="2563EB"/>
                </a:solidFill>
              </a:defRPr>
            </a:pPr>
            <a:r>
              <a:t>🎯 How We Improved the Process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64B5F6"/>
                </a:solidFill>
              </a:defRPr>
            </a:pPr>
            <a:r>
              <a:t>1. ⏱️ 85% Time Savings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What took 4 hours now takes 10 minutes. All operations accessible from one web interface instead of running 9+ separate scripts.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64B5F6"/>
                </a:solidFill>
              </a:defRPr>
            </a:pPr>
            <a:r>
              <a:t>2. 👥 Anyone Can Use It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No technical training needed. Simple point-and-click interface replaces complex command-line operations. 10x more people can now perform conversions.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64B5F6"/>
                </a:solidFill>
              </a:defRPr>
            </a:pPr>
            <a:r>
              <a:t>3. ⚙️ Single Configuration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One path.txt file for all tools. Previously had to manually edit different config files for each script. Web-based editor with validation.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64B5F6"/>
                </a:solidFill>
              </a:defRPr>
            </a:pPr>
            <a:r>
              <a:t>4. ✅ Error Prevention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Automatic validation catches mistakes before execution. Built-in retry logic handles file system delays. Clear error messages instead of cryptic failures.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64B5F6"/>
                </a:solidFill>
              </a:defRPr>
            </a:pPr>
            <a:r>
              <a:t>5. ☁️ AWS Cloud Integration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One-click upload to Amazon S3. Previously required manual AWS CLI commands. Saves 90% of time on cloud operations.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800" b="1">
                <a:solidFill>
                  <a:srgbClr val="64B5F6"/>
                </a:solidFill>
              </a:defRPr>
            </a:pPr>
            <a:r>
              <a:t>6. 💼 Professional &amp; Ready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Modern interface suitable for client demonstrations. Real-time progress indicators. Consistent branding across all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Powered by Astadia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