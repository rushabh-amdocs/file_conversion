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File Management Application (file.py)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Flask-based Web Interface for File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2563EB"/>
                </a:solidFill>
              </a:defRPr>
            </a:pPr>
            <a:r>
              <a:t>📋 Application Overview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Purpose: File manipulation &amp; conversion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Framework: Flask web application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Port: 3344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Theme: Professional dark blue interface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Total Lines: 2,608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384048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t>⚡ Core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File Rename: Batch rename .ff files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File Modify: Update file content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REXX Conversion: EBCDIC processing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Dowitcher Tool: Advanced conversion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Real-time Loading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🔧 Technical Details &amp; Templates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Backend: Python Flask with template rendering | Configuration: path.txt for dynamic folder paths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UI Components: 4 HTML templates (Home, Modify, Rename, ROY REXX) | CSS: Professional blue gradients with dark theme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Key Functions: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✓ read_paths() - Configuration file parser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✓ rename_file() - Batch file renaming with override support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✓ run_file_modify() - Content modification engine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  ✓ run_rexx() &amp; run_dowitcher() - External tool integration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Design: Responsive cards, loading overlays, gradient buttons | Footer: 'Powered by Astadia TEAM'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Scripts Management Application (scripts_ui.py)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Comprehensive File Conversion &amp; Migration Workflow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2563EB"/>
                </a:solidFill>
              </a:defRPr>
            </a:pPr>
            <a:r>
              <a:t>📋 Application Overview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Purpose: Enterprise file migration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Framework: Flask web application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Port: 5000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Theme: Professional dark blue interface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Total Lines: 4,706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645920"/>
            <a:ext cx="3840480" cy="201168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3B82F6"/>
                </a:solidFill>
              </a:defRPr>
            </a:pPr>
            <a:r>
              <a:t>🔄 Workflow Modules (9 Pages)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Copy Bulk: Mass file operations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DataTurn: Data transformation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EXPFD Creation: Export file generation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Bulk Conversion: Batch processing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• Create Folders: Directory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8229600" cy="228600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1000"/>
              </a:spcAft>
              <a:defRPr sz="2200" b="1">
                <a:solidFill>
                  <a:srgbClr val="1E40AF"/>
                </a:solidFill>
              </a:defRPr>
            </a:pPr>
            <a:r>
              <a:t>🚀 Advanced Features &amp;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Core Functions: run_copy_bulk(), run_dataturn(), run_expfd(), run_bulk_conversion(), create_folders()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S3 Integration: Copy to S3 with AWS CLI | FF File Mapping: File format mapping &amp; validation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Configuration: Dual config system (path.txt + scripts_config.txt) with environment variable support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UI/UX: 9 responsive templates with loading spinners, gradient cards, professional blue color scheme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Error Handling: Comprehensive try-catch blocks, file existence validation, detailed error messages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Shell Integration: Automated .sh script execution with real-time output capture and logging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Footer Branding: 'Powered by Astadia TEAM' across all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